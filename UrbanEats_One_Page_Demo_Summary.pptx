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image" Target="../media/image-1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UrbanEats Delivery Time Prediction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96112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ML-powered ETA engine: problem framing, model evidence, and a live API demo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8988552" y="365760"/>
            <a:ext cx="2743200" cy="1234440"/>
          </a:xfrm>
          <a:prstGeom prst="roundRect">
            <a:avLst>
              <a:gd name="adj" fmla="val 8889"/>
            </a:avLst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988552" y="475488"/>
            <a:ext cx="2743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2.98 min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8988552" y="1078992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D1FA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MODEL MAE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2648102" cy="2057400"/>
          </a:xfrm>
          <a:prstGeom prst="roundRect">
            <a:avLst>
              <a:gd name="adj" fmla="val 4444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58368" y="1984248"/>
            <a:ext cx="502920" cy="502920"/>
          </a:xfrm>
          <a:prstGeom prst="ellipse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pic>
        <p:nvPicPr>
          <p:cNvPr id="9" name="Image 0" descr="/home/claude/icon_proble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103120"/>
            <a:ext cx="265176" cy="265176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658368" y="2587752"/>
            <a:ext cx="224576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658368" y="2880360"/>
            <a:ext cx="224576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Inaccurate ETAs erode customer trust, spike complaints, and drive cancellations during traffic, weather &amp; peak demand.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3333902" y="1783080"/>
            <a:ext cx="2648102" cy="2057400"/>
          </a:xfrm>
          <a:prstGeom prst="roundRect">
            <a:avLst>
              <a:gd name="adj" fmla="val 4444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535070" y="1984248"/>
            <a:ext cx="502920" cy="50292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14" name="Image 1" descr="/home/claude/icon_soluti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3942" y="2103120"/>
            <a:ext cx="265176" cy="265176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3535070" y="2587752"/>
            <a:ext cx="224576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</a:t>
            </a:r>
            <a:endParaRPr lang="en-US" sz="1400" dirty="0"/>
          </a:p>
        </p:txBody>
      </p:sp>
      <p:sp>
        <p:nvSpPr>
          <p:cNvPr id="16" name="Text 12"/>
          <p:cNvSpPr/>
          <p:nvPr/>
        </p:nvSpPr>
        <p:spPr>
          <a:xfrm>
            <a:off x="3535070" y="2880360"/>
            <a:ext cx="224576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Regression model trained via a DVC pipeline using rider, vehicle, weather, traffic, distance, city, festival &amp; multi-delivery features.</a:t>
            </a:r>
            <a:endParaRPr lang="en-US" sz="1050" dirty="0"/>
          </a:p>
        </p:txBody>
      </p:sp>
      <p:sp>
        <p:nvSpPr>
          <p:cNvPr id="17" name="Shape 13"/>
          <p:cNvSpPr/>
          <p:nvPr/>
        </p:nvSpPr>
        <p:spPr>
          <a:xfrm>
            <a:off x="6210605" y="1783080"/>
            <a:ext cx="2648102" cy="2057400"/>
          </a:xfrm>
          <a:prstGeom prst="roundRect">
            <a:avLst>
              <a:gd name="adj" fmla="val 4444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6411773" y="1984248"/>
            <a:ext cx="502920" cy="50292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19" name="Image 2" descr="/home/claude/icon_backen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0645" y="2103120"/>
            <a:ext cx="265176" cy="265176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6411773" y="2587752"/>
            <a:ext cx="224576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Demo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6411773" y="2880360"/>
            <a:ext cx="224576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service issuing API-key tokens, a JWT-protected /predict endpoint, schema validation &amp; model loading.</a:t>
            </a:r>
            <a:endParaRPr lang="en-US" sz="1050" dirty="0"/>
          </a:p>
        </p:txBody>
      </p:sp>
      <p:sp>
        <p:nvSpPr>
          <p:cNvPr id="22" name="Shape 17"/>
          <p:cNvSpPr/>
          <p:nvPr/>
        </p:nvSpPr>
        <p:spPr>
          <a:xfrm>
            <a:off x="9087307" y="1783080"/>
            <a:ext cx="2648102" cy="2057400"/>
          </a:xfrm>
          <a:prstGeom prst="roundRect">
            <a:avLst>
              <a:gd name="adj" fmla="val 4444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9288475" y="1984248"/>
            <a:ext cx="502920" cy="502920"/>
          </a:xfrm>
          <a:prstGeom prst="ellipse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pic>
        <p:nvPicPr>
          <p:cNvPr id="24" name="Image 3" descr="/home/claude/icon_aw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07347" y="2103120"/>
            <a:ext cx="265176" cy="265176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9288475" y="2587752"/>
            <a:ext cx="224576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Deployment</a:t>
            </a:r>
            <a:endParaRPr lang="en-US" sz="1400" dirty="0"/>
          </a:p>
        </p:txBody>
      </p:sp>
      <p:sp>
        <p:nvSpPr>
          <p:cNvPr id="26" name="Text 20"/>
          <p:cNvSpPr/>
          <p:nvPr/>
        </p:nvSpPr>
        <p:spPr>
          <a:xfrm>
            <a:off x="9288475" y="2880360"/>
            <a:ext cx="224576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Dockerized service deployed on AWS (EC2), exposed via a public endpoint for scalable, production-style inference.</a:t>
            </a:r>
            <a:endParaRPr lang="en-US" sz="1050" dirty="0"/>
          </a:p>
        </p:txBody>
      </p:sp>
      <p:sp>
        <p:nvSpPr>
          <p:cNvPr id="27" name="Shape 21"/>
          <p:cNvSpPr/>
          <p:nvPr/>
        </p:nvSpPr>
        <p:spPr>
          <a:xfrm>
            <a:off x="457200" y="4160520"/>
            <a:ext cx="11277295" cy="1234440"/>
          </a:xfrm>
          <a:prstGeom prst="roundRect">
            <a:avLst>
              <a:gd name="adj" fmla="val 7407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28" name="Text 22"/>
          <p:cNvSpPr/>
          <p:nvPr/>
        </p:nvSpPr>
        <p:spPr>
          <a:xfrm>
            <a:off x="685800" y="428853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 FLOW</a:t>
            </a:r>
            <a:endParaRPr lang="en-US" sz="1100" dirty="0"/>
          </a:p>
        </p:txBody>
      </p:sp>
      <p:sp>
        <p:nvSpPr>
          <p:cNvPr id="29" name="Shape 23"/>
          <p:cNvSpPr/>
          <p:nvPr/>
        </p:nvSpPr>
        <p:spPr>
          <a:xfrm>
            <a:off x="685800" y="4663440"/>
            <a:ext cx="457200" cy="457200"/>
          </a:xfrm>
          <a:prstGeom prst="ellipse">
            <a:avLst/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</p:sp>
      <p:pic>
        <p:nvPicPr>
          <p:cNvPr id="30" name="Image 4" descr="/home/claude/icon_key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6384" y="4764024"/>
            <a:ext cx="256032" cy="256032"/>
          </a:xfrm>
          <a:prstGeom prst="rect">
            <a:avLst/>
          </a:prstGeom>
        </p:spPr>
      </p:pic>
      <p:sp>
        <p:nvSpPr>
          <p:cNvPr id="31" name="Text 24"/>
          <p:cNvSpPr/>
          <p:nvPr/>
        </p:nvSpPr>
        <p:spPr>
          <a:xfrm>
            <a:off x="1252728" y="463600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/auth/token</a:t>
            </a:r>
            <a:endParaRPr lang="en-US" sz="1200" dirty="0"/>
          </a:p>
        </p:txBody>
      </p:sp>
      <p:sp>
        <p:nvSpPr>
          <p:cNvPr id="32" name="Text 25"/>
          <p:cNvSpPr/>
          <p:nvPr/>
        </p:nvSpPr>
        <p:spPr>
          <a:xfrm>
            <a:off x="1252728" y="4882896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 API key</a:t>
            </a:r>
            <a:endParaRPr lang="en-US" sz="950" dirty="0"/>
          </a:p>
        </p:txBody>
      </p:sp>
      <p:sp>
        <p:nvSpPr>
          <p:cNvPr id="33" name="Text 26"/>
          <p:cNvSpPr/>
          <p:nvPr/>
        </p:nvSpPr>
        <p:spPr>
          <a:xfrm>
            <a:off x="3154680" y="4636008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34" name="Shape 27"/>
          <p:cNvSpPr/>
          <p:nvPr/>
        </p:nvSpPr>
        <p:spPr>
          <a:xfrm>
            <a:off x="3456432" y="4663440"/>
            <a:ext cx="457200" cy="457200"/>
          </a:xfrm>
          <a:prstGeom prst="ellipse">
            <a:avLst/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</p:sp>
      <p:pic>
        <p:nvPicPr>
          <p:cNvPr id="35" name="Image 5" descr="/home/claude/icon_copy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57016" y="4764024"/>
            <a:ext cx="256032" cy="256032"/>
          </a:xfrm>
          <a:prstGeom prst="rect">
            <a:avLst/>
          </a:prstGeom>
        </p:spPr>
      </p:pic>
      <p:sp>
        <p:nvSpPr>
          <p:cNvPr id="36" name="Text 28"/>
          <p:cNvSpPr/>
          <p:nvPr/>
        </p:nvSpPr>
        <p:spPr>
          <a:xfrm>
            <a:off x="4023360" y="463600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 JWT</a:t>
            </a:r>
            <a:endParaRPr lang="en-US" sz="1200" dirty="0"/>
          </a:p>
        </p:txBody>
      </p:sp>
      <p:sp>
        <p:nvSpPr>
          <p:cNvPr id="37" name="Text 29"/>
          <p:cNvSpPr/>
          <p:nvPr/>
        </p:nvSpPr>
        <p:spPr>
          <a:xfrm>
            <a:off x="4023360" y="4882896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bearer token</a:t>
            </a:r>
            <a:endParaRPr lang="en-US" sz="950" dirty="0"/>
          </a:p>
        </p:txBody>
      </p:sp>
      <p:sp>
        <p:nvSpPr>
          <p:cNvPr id="38" name="Text 30"/>
          <p:cNvSpPr/>
          <p:nvPr/>
        </p:nvSpPr>
        <p:spPr>
          <a:xfrm>
            <a:off x="5925312" y="4636008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39" name="Shape 31"/>
          <p:cNvSpPr/>
          <p:nvPr/>
        </p:nvSpPr>
        <p:spPr>
          <a:xfrm>
            <a:off x="6227064" y="4663440"/>
            <a:ext cx="457200" cy="457200"/>
          </a:xfrm>
          <a:prstGeom prst="ellipse">
            <a:avLst/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</p:sp>
      <p:pic>
        <p:nvPicPr>
          <p:cNvPr id="40" name="Image 6" descr="/home/claude/icon_sen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27648" y="4764024"/>
            <a:ext cx="256032" cy="256032"/>
          </a:xfrm>
          <a:prstGeom prst="rect">
            <a:avLst/>
          </a:prstGeom>
        </p:spPr>
      </p:pic>
      <p:sp>
        <p:nvSpPr>
          <p:cNvPr id="41" name="Text 32"/>
          <p:cNvSpPr/>
          <p:nvPr/>
        </p:nvSpPr>
        <p:spPr>
          <a:xfrm>
            <a:off x="6793992" y="463600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/predict</a:t>
            </a:r>
            <a:endParaRPr lang="en-US" sz="1200" dirty="0"/>
          </a:p>
        </p:txBody>
      </p:sp>
      <p:sp>
        <p:nvSpPr>
          <p:cNvPr id="42" name="Text 33"/>
          <p:cNvSpPr/>
          <p:nvPr/>
        </p:nvSpPr>
        <p:spPr>
          <a:xfrm>
            <a:off x="6793992" y="4882896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validated payload</a:t>
            </a:r>
            <a:endParaRPr lang="en-US" sz="950" dirty="0"/>
          </a:p>
        </p:txBody>
      </p:sp>
      <p:sp>
        <p:nvSpPr>
          <p:cNvPr id="43" name="Text 34"/>
          <p:cNvSpPr/>
          <p:nvPr/>
        </p:nvSpPr>
        <p:spPr>
          <a:xfrm>
            <a:off x="8695944" y="4636008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44" name="Shape 35"/>
          <p:cNvSpPr/>
          <p:nvPr/>
        </p:nvSpPr>
        <p:spPr>
          <a:xfrm>
            <a:off x="8997696" y="4663440"/>
            <a:ext cx="457200" cy="457200"/>
          </a:xfrm>
          <a:prstGeom prst="ellipse">
            <a:avLst/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</p:sp>
      <p:pic>
        <p:nvPicPr>
          <p:cNvPr id="45" name="Image 7" descr="/home/claude/icon_check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098280" y="4764024"/>
            <a:ext cx="256032" cy="256032"/>
          </a:xfrm>
          <a:prstGeom prst="rect">
            <a:avLst/>
          </a:prstGeom>
        </p:spPr>
      </p:pic>
      <p:sp>
        <p:nvSpPr>
          <p:cNvPr id="46" name="Text 36"/>
          <p:cNvSpPr/>
          <p:nvPr/>
        </p:nvSpPr>
        <p:spPr>
          <a:xfrm>
            <a:off x="9564624" y="463600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ETA</a:t>
            </a:r>
            <a:endParaRPr lang="en-US" sz="1200" dirty="0"/>
          </a:p>
        </p:txBody>
      </p:sp>
      <p:sp>
        <p:nvSpPr>
          <p:cNvPr id="47" name="Text 37"/>
          <p:cNvSpPr/>
          <p:nvPr/>
        </p:nvSpPr>
        <p:spPr>
          <a:xfrm>
            <a:off x="9564624" y="4882896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lower/upper bounds</a:t>
            </a:r>
            <a:endParaRPr lang="en-US" sz="950" dirty="0"/>
          </a:p>
        </p:txBody>
      </p:sp>
      <p:sp>
        <p:nvSpPr>
          <p:cNvPr id="48" name="Text 38"/>
          <p:cNvSpPr/>
          <p:nvPr/>
        </p:nvSpPr>
        <p:spPr>
          <a:xfrm>
            <a:off x="457200" y="562356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Interview takeaway:  business problem  →  reproducible ML pipeline  →  measured model  →  secured, AWS-deployed inference API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2026-08-02T12:15:01Z</dcterms:created>
  <dcterms:modified xsi:type="dcterms:W3CDTF">2026-08-02T12:15:01Z</dcterms:modified>
</cp:coreProperties>
</file>